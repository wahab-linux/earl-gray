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8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Arial"/>
              </a:defRPr>
            </a:pPr>
            <a:r>
              <a:t>Slide Alpha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A8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>
                <a:solidFill>
                  <a:srgbClr val="FFFFFF"/>
                </a:solidFill>
                <a:latin typeface="Arial"/>
              </a:defRPr>
            </a:pPr>
            <a:r>
              <a:t>Slide Beta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